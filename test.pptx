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28090"/>
            </a:solidFill>
          </c:spPr>
          <c:cat>
            <c:strRef>
              <c:f>Sheet1!$A$2:$A$5</c:f>
              <c:strCache>
                <c:ptCount val="4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191754.0</c:v>
                </c:pt>
                <c:pt idx="1">
                  <c:v>225458.0</c:v>
                </c:pt>
                <c:pt idx="2">
                  <c:v>240893.0</c:v>
                </c:pt>
                <c:pt idx="3">
                  <c:v>255324.0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 Cr)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38327.0</c:v>
                </c:pt>
                <c:pt idx="1">
                  <c:v>42147.0</c:v>
                </c:pt>
                <c:pt idx="2">
                  <c:v>45908.0</c:v>
                </c:pt>
                <c:pt idx="3">
                  <c:v>48553.0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₹ Crore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QuantEdge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Tata Consultancy Services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[TCS]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Technology | Exchange: 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Current Price: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₹2,409.00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Market Cap: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₹871,597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Report Date: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02 Apr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ADCFC"/>
                </a:solidFill>
                <a:latin typeface="Calibri"/>
              </a:rPr>
              <a:t>AI-Powered Stock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AI Analyst Verdict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Confidence: 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97280"/>
            <a:ext cx="411480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Bull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411480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Bear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News Sentiment: Positive | Score: 80/100 | news...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4572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Key Metrics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P/E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N/A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9728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Return on Equity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090"/>
                </a:solidFill>
                <a:latin typeface="Calibri"/>
              </a:rPr>
              <a:t>32.3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Debt / 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463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Revenue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090"/>
                </a:solidFill>
                <a:latin typeface="Calibri"/>
              </a:rPr>
              <a:t>6.0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74320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Net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19.0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4320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Composite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090"/>
                </a:solidFill>
                <a:latin typeface="Calibri"/>
              </a:rPr>
              <a:t>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4572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Revenue &amp; Profit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9728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Latest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₹2,553,240,000,000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Latest Net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₹485,530,000,000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YoY Revenue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090"/>
                </a:solidFill>
                <a:latin typeface="Calibri"/>
              </a:rPr>
              <a:t>6.0%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4572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Financial Health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Metric (₹ Cr)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FY23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FY24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FY25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225,458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240,893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255,324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Net Income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42,147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45,908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48,553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Total Debt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7,688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8,021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9,392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Cash And Cash Equivalents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7,115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9,007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8,331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143,651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146,449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1E293B"/>
                          </a:solidFill>
                        </a:rPr>
                        <a:t>159,629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Source: NSE/BSE filings via Yahoo Finance | QuantEdge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4572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Peer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80010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P/E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P/B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ROE %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 Margin %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Mkt Cap (Cr)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E2761"/>
                          </a:solidFill>
                        </a:rPr>
                        <a:t>TCS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E276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E2761"/>
                          </a:solidFill>
                        </a:rPr>
                        <a:t>7.7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E2761"/>
                          </a:solidFill>
                        </a:rPr>
                        <a:t>32.3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E2761"/>
                          </a:solidFill>
                        </a:rPr>
                        <a:t>19.0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E2761"/>
                          </a:solidFill>
                        </a:rPr>
                        <a:t>871,597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INFY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512,502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WIPRO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200,685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090"/>
                </a:solidFill>
                <a:latin typeface="Calibri"/>
              </a:rPr>
              <a:t>↑ Highlighted row = TCS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4572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Shareholding &amp; Market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Shareholding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Promoters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Calibri"/>
              </a:rPr>
              <a:t>71.8%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65760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26156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FII/FPI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Calibri"/>
              </a:rPr>
              <a:t>17.0%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365760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21792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DII/MF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Calibri"/>
              </a:rPr>
              <a:t>6.8%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365760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248716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Public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Calibri"/>
              </a:rPr>
              <a:t>11.2%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599"/>
            <a:ext cx="365760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599"/>
            <a:ext cx="409651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News Sentiment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554480"/>
            <a:ext cx="13716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28090"/>
                </a:solidFill>
                <a:latin typeface="Calibri"/>
              </a:rPr>
              <a:t>80 /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Catalysts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688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▲ cat1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926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003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▼ risk1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12–24 Month Outlook &amp; Key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Alternative Stocks to Consider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INFY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TCS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5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WIPRO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Key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risk1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Generated by QuantEdge AI | 02 Apr 2026 | Data: NSE/BSE via Yahoo Finance | Disclaimer: Not investment advice. Do your own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